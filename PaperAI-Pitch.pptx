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1E2761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1E2761">
              <a:alpha val="4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7373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PaperAI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Paper Generator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upload. Two modes. Unlimited potential.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4114800"/>
            <a:ext cx="1645920" cy="320040"/>
          </a:xfrm>
          <a:prstGeom prst="rect">
            <a:avLst/>
          </a:prstGeom>
          <a:solidFill>
            <a:srgbClr val="10B981">
              <a:alpha val="9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114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560320" y="4114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sanir321-paper-ai.up.railway.app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writing is broken. Researchers deserve better.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657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54864" cy="14173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 hrs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371600" y="2194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spent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a single paper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508760"/>
            <a:ext cx="3657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508760"/>
            <a:ext cx="54864" cy="14173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8288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5486400" y="2194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struggle with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IEEE/ACM formatting rules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200400"/>
            <a:ext cx="3657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200400"/>
            <a:ext cx="54864" cy="14173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204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5+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1371600" y="3886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format standards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conference/journal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3200400"/>
            <a:ext cx="3657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3200400"/>
            <a:ext cx="54864" cy="14173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5204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000" dirty="0"/>
          </a:p>
        </p:txBody>
      </p:sp>
      <p:sp>
        <p:nvSpPr>
          <p:cNvPr id="23" name="Text 17"/>
          <p:cNvSpPr/>
          <p:nvPr/>
        </p:nvSpPr>
        <p:spPr>
          <a:xfrm>
            <a:off x="5486400" y="3886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rejected for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issues alone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upload. Two intelligent modes. Perfect output.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365760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Paper Mode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4688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research paper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interviews you about 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fresh, original paper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ProCOMM / IEMT / PROCHIP / PSCC formats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LaTeX + bibliography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150876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508760"/>
            <a:ext cx="36576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288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 Generator Mode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120640" y="24688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resume + job description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identifies skill gaps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upskilling path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tailored resume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ATS-optimized PDF output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417320"/>
            <a:ext cx="502920" cy="502920"/>
          </a:xfrm>
          <a:prstGeom prst="ellipse">
            <a:avLst/>
          </a:prstGeom>
          <a:solidFill>
            <a:srgbClr val="1E2761">
              <a:alpha val="1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49047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Multi-Format Upload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DOCX, images (OCR),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LaTeX, HTML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29000" y="118872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11880" y="1417320"/>
            <a:ext cx="502920" cy="502920"/>
          </a:xfrm>
          <a:prstGeom prst="ellipse">
            <a:avLst/>
          </a:prstGeom>
          <a:solidFill>
            <a:srgbClr val="1E2761">
              <a:alpha val="10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149047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5196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Interview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61188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Q&amp;A refines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to perfection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18872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0" y="1417320"/>
            <a:ext cx="502920" cy="502920"/>
          </a:xfrm>
          <a:prstGeom prst="ellipse">
            <a:avLst/>
          </a:prstGeom>
          <a:solidFill>
            <a:srgbClr val="1E2761">
              <a:alpha val="10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49047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4088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Editor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0080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generated content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 assist in real-time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306324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2960" y="3291840"/>
            <a:ext cx="502920" cy="502920"/>
          </a:xfrm>
          <a:prstGeom prst="ellipse">
            <a:avLst/>
          </a:prstGeom>
          <a:solidFill>
            <a:srgbClr val="1E2761">
              <a:alpha val="10000"/>
            </a:srgbClr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36499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3291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Execution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22960" y="3886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.py and .ipynb files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analysis outputs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429000" y="306324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611880" y="3291840"/>
            <a:ext cx="502920" cy="502920"/>
          </a:xfrm>
          <a:prstGeom prst="ellipse">
            <a:avLst/>
          </a:prstGeom>
          <a:solidFill>
            <a:srgbClr val="1E2761">
              <a:alpha val="10000"/>
            </a:srgbClr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5032" y="3364992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251960" y="3291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One-Click Export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3611880" y="3886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as HTML or PDF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proper formatting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217920" y="306324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400800" y="3291840"/>
            <a:ext cx="502920" cy="502920"/>
          </a:xfrm>
          <a:prstGeom prst="ellipse">
            <a:avLst/>
          </a:prstGeom>
          <a:solidFill>
            <a:srgbClr val="1E2761">
              <a:alpha val="10000"/>
            </a:srgbClr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3364992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040880" y="3291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Paper Presets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6400800" y="3886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ProCOMM, IEMT, PROCHIP,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PROCS, PSCC formats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document to publication-ready output in minutes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920240" cy="27432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192024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6974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360" y="3749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your PDF, DOCX,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or code file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288036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51760" y="1645920"/>
            <a:ext cx="1920240" cy="27432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337560" y="192024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9"/>
          <p:cNvSpPr/>
          <p:nvPr/>
        </p:nvSpPr>
        <p:spPr>
          <a:xfrm>
            <a:off x="333756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269748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51760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Analyzes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2788920" y="3749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extracts structure,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topics, and key findings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880360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846320" y="1645920"/>
            <a:ext cx="1920240" cy="27432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532120" y="192024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4"/>
          <p:cNvSpPr/>
          <p:nvPr/>
        </p:nvSpPr>
        <p:spPr>
          <a:xfrm>
            <a:off x="553212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69748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846320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983480" y="3749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smart questions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refine the output</a:t>
            </a:r>
            <a:endParaRPr lang="en-US" sz="11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2880360"/>
            <a:ext cx="274320" cy="27432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040880" y="1645920"/>
            <a:ext cx="1920240" cy="27432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7726680" y="192024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19"/>
          <p:cNvSpPr/>
          <p:nvPr/>
        </p:nvSpPr>
        <p:spPr>
          <a:xfrm>
            <a:off x="772668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2697480"/>
            <a:ext cx="502920" cy="5029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040880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7178040" y="3749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polished HTML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PDF in one click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6576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36576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659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65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63040" y="2194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 CSS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6517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651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463040" y="2880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3.11+)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375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337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Engine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463040" y="3566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Zen (Nemotron Ultra)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02336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4023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463040" y="4251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+ Cloudflare R2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846320" y="1188720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512064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Numbers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5120640" y="1874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2,248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5120640" y="2240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Python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6172200" y="1874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1,244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6172200" y="2240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React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7223760" y="1874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15+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7223760" y="2240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4846320" y="3108960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5120640" y="3291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6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74904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8640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(auto-scaling, global CDN)</a:t>
            </a:r>
            <a:endParaRPr lang="en-US" sz="12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411480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48640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UptimeRobot monitoring (5-min pings)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$7B+ addressable market at the intersection of AI and academia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560320" cy="18288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7373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286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$5.2B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2296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Publishing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Market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4720" y="1508760"/>
            <a:ext cx="2560320" cy="18288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50876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373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286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$1.8B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365760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&amp; Career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Market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09360" y="1508760"/>
            <a:ext cx="2560320" cy="18288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50876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7373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286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32%</a:t>
            </a:r>
            <a:endParaRPr lang="en-US" sz="3200" dirty="0"/>
          </a:p>
        </p:txBody>
      </p:sp>
      <p:sp>
        <p:nvSpPr>
          <p:cNvPr id="18" name="Text 13"/>
          <p:cNvSpPr/>
          <p:nvPr/>
        </p:nvSpPr>
        <p:spPr>
          <a:xfrm>
            <a:off x="649224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Growth Rate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 Writing Tools)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Users</a:t>
            </a:r>
            <a:endParaRPr lang="en-US" sz="16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2336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0120" y="40233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&amp; Academics</a:t>
            </a:r>
            <a:endParaRPr lang="en-US" sz="11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4023360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063240" y="40233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Students (MS/PhD)</a:t>
            </a:r>
            <a:endParaRPr lang="en-US" sz="11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023360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166360" y="40233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Authors &amp; Reviewers</a:t>
            </a:r>
            <a:endParaRPr lang="en-US" sz="11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4023360"/>
            <a:ext cx="228600" cy="2286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269480" y="40233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Changers &amp; Job Seekers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1E2761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1E2761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Started Today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researchers and professionals already using PaperAI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26080" y="2377440"/>
            <a:ext cx="3291840" cy="59436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0" y="23774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PaperAI  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sanir321-paper-ai.up.railway.app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7947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3749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783080" y="39776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Start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37947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60520" y="3749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min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160520" y="39776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Time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79476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37960" y="3749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537960" y="39776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371600" y="4480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FastAPI  •  React  •  Nemotron Ultra  •  Railway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PaperAI - AI Research Paper Generator</dc:title>
  <dc:subject>PptxGenJS Presentation</dc:subject>
  <dc:creator>PaperAI Team</dc:creator>
  <cp:lastModifiedBy>PaperAI Team</cp:lastModifiedBy>
  <cp:revision>1</cp:revision>
  <dcterms:created xsi:type="dcterms:W3CDTF">2026-07-27T02:30:34Z</dcterms:created>
  <dcterms:modified xsi:type="dcterms:W3CDTF">2026-07-27T02:30:34Z</dcterms:modified>
</cp:coreProperties>
</file>