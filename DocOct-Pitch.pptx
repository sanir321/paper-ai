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DocOct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Paper Generator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Two modes. Unlimited potential.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4114800"/>
            <a:ext cx="1645920" cy="320040"/>
          </a:xfrm>
          <a:prstGeom prst="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56032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sanir321-doc-oct.up.railway.app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writing is broken. Researchers deserve better.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 hrs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716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spent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a single paper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0876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0876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5486400" y="2194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struggle with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IEEE/ACM formatting rules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200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2004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20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13716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format standards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conference/journal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3200400"/>
            <a:ext cx="3657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200400"/>
            <a:ext cx="54864" cy="14173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5486400" y="38862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rejected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issues alone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upload. Two intelligent modes. Perfect output.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Paper Mode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research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interviews you about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fresh, original paper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ProCOMM / IEMT / PROCHIP / PSCC formats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LaTeX + bibliography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50876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5087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 Generator Mode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120640" y="24688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 + job description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skill gaps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upskilling path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tailored resume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ATS-optimized PDF 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047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Multi-Format Upload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images (OCR),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LaTeX, HTML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4904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Interview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1188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Q&amp;A refines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to perfection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1732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49047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Editor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20116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generated content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assist in real-time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36499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Execution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.py and .ipynb files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analysis outputs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42900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61188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36499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25196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Export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61188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HTML or PDF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formatting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17920" y="3063240"/>
            <a:ext cx="25603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1E2761">
              <a:alpha val="10000"/>
            </a:srgbClr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36499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040880" y="3291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Paper Presets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6400800" y="3886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ProCOMM, IEMT, PROCHIP,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PROCS, PSCC formats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document to publication-ready output in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6974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your PDF, DOCX,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or code file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8803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33756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697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5176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Analyzes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27889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extracts structure,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topics, and key findings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84632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53212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4"/>
          <p:cNvSpPr/>
          <p:nvPr/>
        </p:nvSpPr>
        <p:spPr>
          <a:xfrm>
            <a:off x="553212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6974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84632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98348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smart questions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refine the output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88036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040880" y="1645920"/>
            <a:ext cx="1920240" cy="27432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726680" y="192024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19"/>
          <p:cNvSpPr/>
          <p:nvPr/>
        </p:nvSpPr>
        <p:spPr>
          <a:xfrm>
            <a:off x="772668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2697480"/>
            <a:ext cx="502920" cy="5029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408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717804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polished 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PDF in one click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36576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63040" y="2194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5176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463040" y="2880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3.11+)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375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3375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463040" y="356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Zen (Nemotron Ultra)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2336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40233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463040" y="425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+ Cloudflare R2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846320" y="118872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12064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12064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2,248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512064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17220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1,244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17220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React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7223760" y="1874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15+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722376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846320" y="310896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5120640" y="3291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6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7490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(auto-scaling, global CDN)</a:t>
            </a:r>
            <a:endParaRPr lang="en-US" sz="12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1148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864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UptimeRobot monitoring (5-min pings)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$7B+ addressable market at the intersection of AI and academia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$5.2B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Market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087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$1.8B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65760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Career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Market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1508760"/>
            <a:ext cx="2560320" cy="18288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50876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2286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4922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Growth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Writing Tools)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Users</a:t>
            </a:r>
            <a:endParaRPr lang="en-US" sz="16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012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&amp; Academics</a:t>
            </a:r>
            <a:endParaRPr lang="en-US" sz="11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0" y="402336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06324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 (MS/PhD)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02336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6636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Authors &amp; Reviewers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402336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6948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Changers &amp; Job Seekers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3200400" cy="3200400"/>
          </a:xfrm>
          <a:prstGeom prst="ellipse">
            <a:avLst/>
          </a:prstGeom>
          <a:solidFill>
            <a:srgbClr val="1E2761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Today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researchers and professionals already using DocOct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2377440"/>
            <a:ext cx="3291840" cy="59436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23774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DocOct  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sanir321-doc-oct.up.railway.app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794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8308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37947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16052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Time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7947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379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37960" y="3977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71600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FastAPI  •  React  •  Nemotron Ultra  •  Railway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DocOct - AI Research Paper Generator</dc:title>
  <dc:subject>PptxGenJS Presentation</dc:subject>
  <dc:creator>DocOct Team</dc:creator>
  <cp:lastModifiedBy>DocOct Team</cp:lastModifiedBy>
  <cp:revision>1</cp:revision>
  <dcterms:created xsi:type="dcterms:W3CDTF">2026-07-27T02:30:34Z</dcterms:created>
  <dcterms:modified xsi:type="dcterms:W3CDTF">2026-07-27T02:30:34Z</dcterms:modified>
</cp:coreProperties>
</file>